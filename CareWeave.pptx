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EXATHON INDIA 2026  ·  HEALTHCARE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CareWeave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record from front desk to doctor, with live analytics on Exasol.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50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clinical records and an in-memory analytics engine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Aetherius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49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Dharshini CS   ·   Suriya Sudhakar   ·   Sai Prashanth 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ExaThon India 2026  ·  Powered by Exasol Personal  ·  25 October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371600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1371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· check-in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655064"/>
            <a:ext cx="594360" cy="0"/>
          </a:xfrm>
          <a:prstGeom prst="line">
            <a:avLst/>
          </a:prstGeom>
          <a:noFill/>
          <a:ln w="15875">
            <a:solidFill>
              <a:srgbClr val="1C7C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2240280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2240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· results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523744"/>
            <a:ext cx="594360" cy="0"/>
          </a:xfrm>
          <a:prstGeom prst="line">
            <a:avLst/>
          </a:prstGeom>
          <a:noFill/>
          <a:ln w="15875">
            <a:solidFill>
              <a:srgbClr val="1C7C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3108960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3108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· prescriptions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3392424"/>
            <a:ext cx="594360" cy="0"/>
          </a:xfrm>
          <a:prstGeom prst="line">
            <a:avLst/>
          </a:prstGeom>
          <a:noFill/>
          <a:ln w="15875">
            <a:solidFill>
              <a:srgbClr val="1C7C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977640"/>
            <a:ext cx="20116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· encounters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4261104"/>
            <a:ext cx="594360" cy="0"/>
          </a:xfrm>
          <a:prstGeom prst="line">
            <a:avLst/>
          </a:prstGeom>
          <a:noFill/>
          <a:ln w="15875">
            <a:solidFill>
              <a:srgbClr val="1C7C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1097280"/>
            <a:ext cx="2011680" cy="3657600"/>
          </a:xfrm>
          <a:prstGeom prst="rect">
            <a:avLst/>
          </a:prstGeom>
          <a:solidFill>
            <a:srgbClr val="F1F7F7"/>
          </a:solidFill>
          <a:ln w="19050">
            <a:solidFill>
              <a:srgbClr val="053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980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829800" y="1828800"/>
            <a:ext cx="16459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portals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29800" y="2331720"/>
            <a:ext cx="16459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298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29800" y="2834640"/>
            <a:ext cx="16459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298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analytics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29800" y="3520440"/>
            <a:ext cx="1645920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F6760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21240" y="3593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7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Amoxicillin: penicillin allergy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concept, synthetic data</a:t>
            </a:r>
            <a:endParaRPr lang="en-US" sz="1100" dirty="0"/>
          </a:p>
        </p:txBody>
      </p:sp>
      <p:sp>
        <p:nvSpPr>
          <p:cNvPr id="33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desks, three copies of the truth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WRONG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and lab  ·  paper</a:t>
            </a:r>
            <a:endParaRPr lang="en-US" sz="1150" dirty="0"/>
          </a:p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Crumpled slips are retyped by hand. A misplaced decimal becomes a wrong value.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0" y="2103120"/>
            <a:ext cx="548640" cy="0"/>
          </a:xfrm>
          <a:prstGeom prst="line">
            <a:avLst/>
          </a:prstGeom>
          <a:noFill/>
          <a:ln w="31750">
            <a:solidFill>
              <a:srgbClr val="053A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88920"/>
            <a:ext cx="5120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80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room  ·  blind prescribing</a:t>
            </a:r>
            <a:endParaRPr lang="en-US" sz="1150" dirty="0"/>
          </a:p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allergy check. A </a:t>
            </a:r>
            <a:pPr indent="0" marL="0">
              <a:buNone/>
            </a:pPr>
            <a:r>
              <a:rPr lang="en-US" sz="1300" b="1" dirty="0">
                <a:solidFill>
                  <a:srgbClr val="F67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penicillin allergy</a:t>
            </a:r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sit in another record.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3246120"/>
            <a:ext cx="548640" cy="0"/>
          </a:xfrm>
          <a:prstGeom prst="line">
            <a:avLst/>
          </a:prstGeom>
          <a:noFill/>
          <a:ln w="31750">
            <a:solidFill>
              <a:srgbClr val="053A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31920"/>
            <a:ext cx="5120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·  slow reports</a:t>
            </a:r>
            <a:endParaRPr lang="en-US" sz="1150" dirty="0"/>
          </a:p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operational reports take days to assemble across separate systems.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4389120"/>
            <a:ext cx="548640" cy="0"/>
          </a:xfrm>
          <a:prstGeom prst="line">
            <a:avLst/>
          </a:prstGeom>
          <a:noFill/>
          <a:ln w="31750">
            <a:solidFill>
              <a:srgbClr val="053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325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CAREWEAVE DOES ABOUT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49240" cy="914400"/>
          </a:xfrm>
          <a:prstGeom prst="rect">
            <a:avLst/>
          </a:prstGeom>
          <a:solidFill>
            <a:srgbClr val="044F58"/>
          </a:solidFill>
          <a:ln w="12700">
            <a:solidFill>
              <a:srgbClr val="044F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portals share one record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2788920"/>
            <a:ext cx="5349240" cy="914400"/>
          </a:xfrm>
          <a:prstGeom prst="rect">
            <a:avLst/>
          </a:prstGeom>
          <a:solidFill>
            <a:srgbClr val="044F58"/>
          </a:solidFill>
          <a:ln w="12700">
            <a:solidFill>
              <a:srgbClr val="044F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gates stop the unsafe order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5349240" cy="914400"/>
          </a:xfrm>
          <a:prstGeom prst="rect">
            <a:avLst/>
          </a:prstGeom>
          <a:solidFill>
            <a:srgbClr val="044F58"/>
          </a:solidFill>
          <a:ln w="12700">
            <a:solidFill>
              <a:srgbClr val="044F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turns the activity into answers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starts with data that never met.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from the team. No study is cited. All patient data in this deck is synthetic.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case, four roles, one record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572768"/>
            <a:ext cx="10789920" cy="0"/>
          </a:xfrm>
          <a:prstGeom prst="line">
            <a:avLst/>
          </a:prstGeom>
          <a:noFill/>
          <a:ln w="25400">
            <a:solidFill>
              <a:srgbClr val="D2E3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53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Priya in, warns on duplicates, prints an 80 mm slip.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502920" cy="502920"/>
          </a:xfrm>
          <a:prstGeom prst="ellipse">
            <a:avLst/>
          </a:prstGeom>
          <a:solidFill>
            <a:srgbClr val="053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technician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or scans results. Cannot verify their own.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053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Pathologist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person verifies and releases to the doctor.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52560" y="1325880"/>
            <a:ext cx="502920" cy="502920"/>
          </a:xfrm>
          <a:prstGeom prst="ellipse">
            <a:avLst/>
          </a:prstGeom>
          <a:solidFill>
            <a:srgbClr val="053A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one timeline. Prescribes with safety guards.</a:t>
            </a:r>
            <a:endParaRPr lang="en-US" sz="1350" dirty="0"/>
          </a:p>
        </p:txBody>
      </p:sp>
      <p:pic>
        <p:nvPicPr>
          <p:cNvPr id="20" name="Image 0" descr="Screenshot of the CareWeav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0"/>
            <a:ext cx="3566160" cy="200596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3291840"/>
            <a:ext cx="3566160" cy="2005965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pic>
        <p:nvPicPr>
          <p:cNvPr id="22" name="Image 1" descr="Screenshot of the CareWeave prototy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291840"/>
            <a:ext cx="3566160" cy="2005965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297680" y="3291840"/>
            <a:ext cx="3566160" cy="2005965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5349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screenshot: queue slip (80 mm)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297680" y="5349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screenshot: duplicate warning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13816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7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registration is caught before it creates a second record.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13816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ID is shown. A person decides what happens next.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patient, one chart, four people who can each do only their part.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flows from desk to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00200" cy="914400"/>
          </a:xfrm>
          <a:prstGeom prst="rect">
            <a:avLst/>
          </a:prstGeom>
          <a:solidFill>
            <a:srgbClr val="F1F7F7"/>
          </a:solidFill>
          <a:ln w="15875">
            <a:solidFill>
              <a:srgbClr val="2A9D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portals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48840" y="1920240"/>
            <a:ext cx="292608" cy="0"/>
          </a:xfrm>
          <a:prstGeom prst="line">
            <a:avLst/>
          </a:prstGeom>
          <a:noFill/>
          <a:ln w="22225">
            <a:solidFill>
              <a:srgbClr val="053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lab and doctor, each with its own routes.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41448" y="1463040"/>
            <a:ext cx="1600200" cy="914400"/>
          </a:xfrm>
          <a:prstGeom prst="rect">
            <a:avLst/>
          </a:prstGeom>
          <a:solidFill>
            <a:srgbClr val="044F58"/>
          </a:solidFill>
          <a:ln w="15875">
            <a:solidFill>
              <a:srgbClr val="044F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1648" y="1920240"/>
            <a:ext cx="292608" cy="0"/>
          </a:xfrm>
          <a:prstGeom prst="line">
            <a:avLst/>
          </a:prstGeom>
          <a:noFill/>
          <a:ln w="22225">
            <a:solidFill>
              <a:srgbClr val="053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41448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 on the server for every request. Audit log.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4256" y="1463040"/>
            <a:ext cx="1600200" cy="914400"/>
          </a:xfrm>
          <a:prstGeom prst="rect">
            <a:avLst/>
          </a:prstGeom>
          <a:solidFill>
            <a:srgbClr val="044F58"/>
          </a:solidFill>
          <a:ln w="15875">
            <a:solidFill>
              <a:srgbClr val="044F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4456" y="1920240"/>
            <a:ext cx="292608" cy="0"/>
          </a:xfrm>
          <a:prstGeom prst="line">
            <a:avLst/>
          </a:prstGeom>
          <a:noFill/>
          <a:ln w="22225">
            <a:solidFill>
              <a:srgbClr val="053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34256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records: visits, orders, prescriptions, notes.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7064" y="1463040"/>
            <a:ext cx="16002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6760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2784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MERGE sync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27264" y="1920240"/>
            <a:ext cx="292608" cy="0"/>
          </a:xfrm>
          <a:prstGeom prst="line">
            <a:avLst/>
          </a:prstGeom>
          <a:noFill/>
          <a:ln w="22225">
            <a:solidFill>
              <a:srgbClr val="053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27064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Idempotent. Counts the rows back from Exasol before saying it worked.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19872" y="1463040"/>
            <a:ext cx="1600200" cy="914400"/>
          </a:xfrm>
          <a:prstGeom prst="rect">
            <a:avLst/>
          </a:prstGeom>
          <a:solidFill>
            <a:srgbClr val="044F58"/>
          </a:solidFill>
          <a:ln w="15875">
            <a:solidFill>
              <a:srgbClr val="044F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65592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Personal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720072" y="1920240"/>
            <a:ext cx="292608" cy="0"/>
          </a:xfrm>
          <a:prstGeom prst="line">
            <a:avLst/>
          </a:prstGeom>
          <a:noFill/>
          <a:ln w="22225">
            <a:solidFill>
              <a:srgbClr val="053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columnar tables. Window and percentile SQL.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12680" y="1463040"/>
            <a:ext cx="1600200" cy="914400"/>
          </a:xfrm>
          <a:prstGeom prst="rect">
            <a:avLst/>
          </a:prstGeom>
          <a:solidFill>
            <a:srgbClr val="044F58"/>
          </a:solidFill>
          <a:ln w="15875">
            <a:solidFill>
              <a:srgbClr val="044F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0" y="14630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25603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waits, lab turnaround, prescribing demand, SQL Inspector.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1F7F7"/>
          </a:solidFill>
          <a:ln w="15875">
            <a:solidFill>
              <a:srgbClr val="044F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report scan saves drafts only  ·  maker-checker release  ·  allergy and duplicate-therapy guards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</a:t>
            </a:r>
            <a:pPr indent="0" marL="0">
              <a:buNone/>
            </a:pPr>
            <a:r>
              <a:rPr lang="en-US" sz="15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 runs from a button.   </a:t>
            </a:r>
            <a:pPr indent="0" marL="0">
              <a:buNone/>
            </a:pPr>
            <a:r>
              <a:rPr lang="en-US" sz="15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built: </a:t>
            </a:r>
            <a:pPr indent="0" marL="0">
              <a:buNone/>
            </a:pPr>
            <a:r>
              <a:rPr lang="en-US" sz="15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sync, FHIR or ABDM integration, stock levels.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016752"/>
            <a:ext cx="274320" cy="164592"/>
          </a:xfrm>
          <a:prstGeom prst="rect">
            <a:avLst/>
          </a:prstGeom>
          <a:solidFill>
            <a:srgbClr val="044F58"/>
          </a:solidFill>
          <a:ln w="12700">
            <a:solidFill>
              <a:srgbClr val="044F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961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shown in the demo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6016752"/>
            <a:ext cx="274320" cy="164592"/>
          </a:xfrm>
          <a:prstGeom prst="rect">
            <a:avLst/>
          </a:prstGeom>
          <a:solidFill>
            <a:srgbClr val="FFFFFF"/>
          </a:solidFill>
          <a:ln w="22225">
            <a:solidFill>
              <a:srgbClr val="F6760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06240" y="5961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human click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961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4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Exasol is offline, the page says 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says no before the harm</a:t>
            </a:r>
            <a:endParaRPr lang="en-US" sz="3200" dirty="0"/>
          </a:p>
        </p:txBody>
      </p:sp>
      <p:pic>
        <p:nvPicPr>
          <p:cNvPr id="3" name="Image 0" descr="Screenshot of the CareWeav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3947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6035040" cy="3394710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846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screenshot: Amoxicillin blocked for a penicillin allergy (synthetic patient)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49440" y="1371600"/>
            <a:ext cx="466344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481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guard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PROTOTYPE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1920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Same-family drugs are blocked. Amoxicillin is stopped for a documented penicillin allergy.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2560320"/>
            <a:ext cx="466344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6700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Duplicate-therapy guard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PROTOTYPE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molecule under another brand name is caught before it is prescribed twice.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49440" y="3749040"/>
            <a:ext cx="466344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38587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PROTOTYPE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297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enters a lab result cannot verify it. A second person releases it.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override needs a written reason; every block is audit-logged.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Patient. Clinical-review support, not a diagnostic system.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just did is now data</a:t>
            </a:r>
            <a:endParaRPr lang="en-US" sz="3200" dirty="0"/>
          </a:p>
        </p:txBody>
      </p:sp>
      <p:pic>
        <p:nvPicPr>
          <p:cNvPr id="3" name="Image 0" descr="Screenshot of the CareWeav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063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7223760" cy="4063365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138160" y="169164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7647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badge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In-Memory Columnar, connected on port 8563.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265176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7249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back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reports rows read back from Exasol: 422 visits, 193 lab orders, 281 prescriptions.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361188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6850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day with a 7-day moving average, computed in SQL.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457200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6451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by department.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Includes 891 synthetic sample-history records, labelled as such in the app.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screenshot, synthetic data. Figures shown are from this run, not hospital results.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turnaround, measured not assumed</a:t>
            </a:r>
            <a:endParaRPr lang="en-US" sz="3200" dirty="0"/>
          </a:p>
        </p:txBody>
      </p:sp>
      <p:pic>
        <p:nvPicPr>
          <p:cNvPr id="3" name="Image 0" descr="Screenshot of the CareWeav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063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7223760" cy="4063365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138160" y="169164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7647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orders only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to verified. Orders still in progress are not counted.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9535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and p90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90th percentile sits beside the average, against the SLA target.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406908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414223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collected versus collected to verified.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targets are configurable assumptions, not hospital standards.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screenshot, synthetic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mocked: see the SQL</a:t>
            </a:r>
            <a:endParaRPr lang="en-US" sz="3200" dirty="0"/>
          </a:p>
        </p:txBody>
      </p:sp>
      <p:pic>
        <p:nvPicPr>
          <p:cNvPr id="3" name="Image 0" descr="Screenshot of the CareWeav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063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7223760" cy="4063365"/>
          </a:xfrm>
          <a:prstGeom prst="rect">
            <a:avLst/>
          </a:prstGeom>
          <a:ln w="15875">
            <a:solidFill>
              <a:srgbClr val="D2E3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BUILDS TRUST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138160" y="169164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7647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shown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SQL behind each chart, with rows returned and milliseconds taken.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9535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Exasol features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for the moving average, PERCENTILE_CONT for the p90.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4069080"/>
            <a:ext cx="347472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414223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labelled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Prescribing demand is an estimate. Stock is not recorded, so no stock-out is claimed.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Exasol is offline, the page says so instead of passing off other numbers.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35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screenshot, synthetic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checked, and what is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11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Allergy, duplicate-therapy and maker-checker rules have test scripts.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508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parity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11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Exasol SQL metric is compared with the same metric computed in code.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sync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337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sync adds no duplicate rows. Counts are read back.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269748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demo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337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runs the analytics queries on larger synthetic data.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7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6634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clinician has reviewed the workflow yet.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4023360"/>
            <a:ext cx="5212080" cy="0"/>
          </a:xfrm>
          <a:prstGeom prst="line">
            <a:avLst/>
          </a:prstGeom>
          <a:noFill/>
          <a:ln w="12700">
            <a:solidFill>
              <a:srgbClr val="D2E3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160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hospital data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67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6634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2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used. No speed or outcome claims are made.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scripts are in the repository. No performance results are claimed.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or future. None of these are built yet.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2697480" cy="1188720"/>
          </a:xfrm>
          <a:prstGeom prst="rect">
            <a:avLst/>
          </a:prstGeom>
          <a:solidFill>
            <a:srgbClr val="044F58"/>
          </a:solidFill>
          <a:ln w="19050">
            <a:solidFill>
              <a:srgbClr val="044F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108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PLANNED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sync instead of a button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55848" y="2651760"/>
            <a:ext cx="2697480" cy="1508760"/>
          </a:xfrm>
          <a:prstGeom prst="rect">
            <a:avLst/>
          </a:prstGeom>
          <a:solidFill>
            <a:srgbClr val="1C7C84"/>
          </a:solidFill>
          <a:ln w="19050">
            <a:solidFill>
              <a:srgbClr val="1C7C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278892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PROPOSED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and dispensing data for a real stock forecast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3056" y="2331720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A9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45936" y="24688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FUTURE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feedback and validation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70264" y="2011680"/>
            <a:ext cx="26974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A9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53144" y="214884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5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FUTURE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R4 and ABDM integration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53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CareWeave makes unsafe orders harder to place and operational questions faster to answer. Clinicians stay in charge.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github.com/saiprashanth2410/Care-weave  ·  Synthetic data only  ·  Clinical-review support, not a diagnostic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C7C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CareWeave: ExaThon India 2026 pitch deck</dc:title>
  <dc:subject>PptxGenJS Presentation</dc:subject>
  <dc:creator>Team Aetherius</dc:creator>
  <cp:lastModifiedBy>Team Aetherius</cp:lastModifiedBy>
  <cp:revision>1</cp:revision>
  <dcterms:created xsi:type="dcterms:W3CDTF">2026-10-25T16:58:14Z</dcterms:created>
  <dcterms:modified xsi:type="dcterms:W3CDTF">2026-10-25T16:58:14Z</dcterms:modified>
</cp:coreProperties>
</file>